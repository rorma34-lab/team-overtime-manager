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v1.43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(v1.43)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보너스 수정 지원, 선택 일괄 삭제, 사용자/관리자 수정 모달 분리, 정산표 엑셀 수식 최적화까지 완벽 지원하는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v1.43 (2026-09-18)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최신 실특근 산정 공식 (v1.43)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총특근일수 = 대체근무 + 법정휴일 + 일반휴일 (대체휴무 제외 표준화)</a:t>
            </a:r>
            <a:br/>
            <a:r>
              <a:t>★ 최종 실특근일 = 일반특근 - 사전차감 - (대체휴무 - 대체휴무시 출장기간 내 사전차감)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사전차감 잔여수 &amp; 보너스 건수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사전차감 잔여수 = 총 사전차감수 - 출장기간 내 사전차감수 / 사원별 [보너스 부여 (건)] 개수 독립 산출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정산 및 통계 팝업 개편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사원별 최근 3개월(7/8/9월), 1~4분기, 상/하반기, 연도별 집계와 사전차감 잔여수 독립 제공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정산표 엑셀 원클릭 추출 &amp; 수식 명시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엑셀 중복 '대체휴가 사용일수' 제거, 헤더에 산출 수식 및 취합 기간/일시 자동 명기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보너스 수정 · 일괄 삭제 및 엑셀 정산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 보너스 관리, 일괄 삭제 및 엑셀 정산표를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관리자 모드 [보너스 부여 여부] 수정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관리자 특근 수정 모달에서 [🎁 보너스 부여 여부] 토글 스위치를 통해 보너스 부여 상태를 직접 ON/OFF 변경 가능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관리자 테이블 [선택 일괄 삭제] 신설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테이블 목록에서 체크박스로 여러 특근 건을 선택 후 [🗑️ 선택 일괄 삭제] 클릭 시 안전 컨펌 후 일괄 삭제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사용자 / 관리자 수정 모달 완전 분리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일반 사원 수정 창에는 사전차감/보너스 항목이 원천 미노출되며, 관리자 창에서만 전담 제어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openpyxl 고속 서버 엑셀 엔진 동기화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엑셀 Sheet 2에 [총 특근일수], [보너스 부여 (건)] 반영 및 클라이언트 SheetJS와 100% 동일 포맷 유지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슈퍼관리자 전용 시스템 보안 및 접속 감사 로그 (v1.36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사내 모바일 접속 QR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회의실이나 현장에서 직원들이 스마트폰으로 바로 접속할 수 있게 안내합니다.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전용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주소가 변경될 경우 팝업에서 즉시 새 주소를 입력하여 전용 QR 코드를 생성합니다.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상시 백그라운드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서버 프로세스가 백그라운드에서 상시 유지되어 언제 어디서나 접속 및 데이터 동기화가 유지됩니다.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(v1.43)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v1.42부터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v1.43의 안전 스마트 폴백과 스레드 보호로 특근 신청과 데이터 무결성을 완벽하게 보장합니다.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