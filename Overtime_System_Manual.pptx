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v1.47  |  관리자 및 운영자 전용 가이드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관리자 모드 운영 매뉴얼 (v1.47)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승인/확정/검토 독립 제어 및 수정 모달 관리, 4단계 일수 구분 집계, 100% 무기명 소통함 운영까지 완벽 지원하는 관리자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v1.47 (2026-09-21)  |  총괄 슈퍼관리자 및 부서 팀관리자 전용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관리자 등급 체계 및 보안 격리 원칙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총괄관리자 vs 팀관리자 2등급제 &amp; 일정 완전 격리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철저한 권한 분리로 팀관리자는 본인 부서만 통제하며, 총괄관리자 일정은 완벽히 격리 차단됩니다.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총괄 슈퍼관리자 권한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 부서의 특근 승인, 소속팀 등록/삭제, 팀관리자 권한 토글 및 전사 정산 통계를 총괄 제어합니다.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팀관리자 전담 관리 &amp; 격리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본인 소속팀의 특근만 승인/관리하며, 총괄관리자의 특근 일정은 목록·달력·정산에서 일체 노출되지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동시 접속 실시간 동기화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여러 관리자가 동시에 접속해 승인/신청할 경우 상단 [🔄 새로고침] 버튼을 눌러 즉시 최신 상태로 동기화합니다.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월간 캘린더 및 일괄 승인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색상 범례 확인, 일자별 작업자 패널 및 원클릭 일괄 승인을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보너스(🎁) 식별 &amp; 전원 노출 (v1.35 신규)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보너스 부여 인원은 이름 앞 🎁 아이콘 및 보라색 강조 테두리, 일자 헤더에 🎁N명 뱃지가 표시되며, +N명 축약 없이 전원 노출됩니다.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인원수에 맞춘 달력 칸 자동 확장 (v1.35 신규)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신청 인원이 많아지면 달력 셀 높이가 자동으로 늘어나 글자 찌그러짐과 잘림 현상이 완전히 해소되었습니다.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캘린더 색상 범례 바 (요구사항 1)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캘린더 하단에 일반휴일, 대체근무, 법정휴일, 대체휴일 사용, 🎁 보너스를 구분하는 색상 범례 바가 상시 표시됩니다.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날짜별 상세 패널 &amp; 당일 전원 일괄 확인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달력 일자 클릭 시 하단에 작업자 상세 목록이 펼쳐지며, [당일 전원 일괄 확인]으로 원클릭 일괄 승인합니다.</a:t>
            </a:r>
          </a:p>
        </p:txBody>
      </p:sp>
      <p:pic>
        <p:nvPicPr>
          <p:cNvPr id="5" name="Picture 4" descr="mockup_admin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팀원 특근 대리 신청 및 비밀 보너스 부여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➕ 팀원 대리 신청 &amp; 🎁 비밀 보너스 (보안 원칙)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관리자가 팀원을 지정해 특근을 대리 등록하며, 부여된 보너스는 사원은 전혀 모르게 안전 은닉됩니다.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팀원 선택 및 기본 가이드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총괄관리자는 전 사원, 팀관리자는 본인 팀원을 선택할 수 있으며, 토요일 날짜 및 프로젝트/장소/사유 예시 가이드가 제공됩니다.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🎁 비밀 보너스 부여 원칙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체크 시 보너스가 부여되지만, 사원 화면 및 사용자 API에서는 무조건 0으로 마스킹되어 사원은 부여 사실을 전혀 모릅니다.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관리자 화면 &amp; 엑셀 명시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관리자 테이블 및 다운로드 엑셀 파일(Sheet 1, 3)에는 '보너스 부여: 부여(O)/미부여(-)' 항목이 정확히 기재됩니다.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팀원 명부 및 소속팀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팀원 정보 수정, 팀관리자 권한 토글 및 소속팀 관리를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팀원 정보 원클릭 수정 (요구사항 1)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팀원의 성명, 직급, 소속팀을 모달창에서 손쉽게 수정하고 즉시 시스템에 동기화합니다.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팀관리자는 본인 소속팀만 전담 제어 (요구사항 2)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팀관리자는 본인 팀원만 수정/삭제/승인할 수 있고, 타 팀원의 정보나 총괄관리자 정보는 변경할 수 없습니다.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소속팀 등록 및 미사용 팀 정리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총괄관리자 전용 소속팀 관리 팝업을 통해 신규 팀을 등록하거나 미사용 팀을 안전하게 정리합니다.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엑셀 일괄 등록 및 내보내기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팀원 명부를 엑셀 양식으로 대량 등록하거나 최신 명부를 엑셀 파일로 다운로드합니다.</a:t>
            </a:r>
          </a:p>
        </p:txBody>
      </p:sp>
      <p:pic>
        <p:nvPicPr>
          <p:cNvPr id="5" name="Picture 4" descr="mockup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실특근 자동 산정 및 정산표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대체휴일 사용분을 자동 차감하여 정확한 최종 실특근일을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최신 실특근 산정 공식 (v1.44)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★ 총특근일수 = 대체근무 + 법정휴일 + 일반휴일 (대체휴무 제외 표준화)</a:t>
            </a:r>
            <a:br/>
            <a:r>
              <a:t>★ 최종 실특근일 = 일반특근 - 사전차감 - (대체휴무 - 대체휴무시 출장기간 내 사전차감)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사전차감 잔여수 &amp; 보너스 건수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★ 사전차감 잔여수 = 총 사전차감수 - 출장기간 내 사전차감수 / 사원별 [보너스 부여 (건)] 개수 독립 산출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개인별 정산 및 통계 팝업 개편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사원별 최근 3개월(7/8/9월), 1~4분기, 상/하반기, 연도별 집계와 사전차감 잔여수 독립 제공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정산표 엑셀 원클릭 추출 &amp; 수식 명시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엑셀 중복 '대체휴가 사용일수' 제거, 헤더에 산출 수식 및 취합 기간/일시 자동 명기</a:t>
            </a:r>
          </a:p>
        </p:txBody>
      </p:sp>
      <p:pic>
        <p:nvPicPr>
          <p:cNvPr id="5" name="Picture 4" descr="mockup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보너스 수정 · 일괄 삭제 및 엑셀 정산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 보너스 관리, 일괄 삭제 및 엑셀 정산표를 완벽히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관리자 모드 [보너스 부여 여부] 수정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관리자 특근 수정 모달에서 [🎁 보너스 부여 여부] 토글 스위치를 통해 보너스 부여 상태를 직접 ON/OFF 변경 가능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관리자 테이블 [선택 일괄 삭제] 신설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테이블 목록에서 체크박스로 여러 특근 건을 선택 후 [🗑️ 선택 일괄 삭제] 클릭 시 안전 컨펌 후 일괄 삭제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사용자 / 관리자 수정 모달 완전 분리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일반 사원 수정 창에는 사전차감/보너스 항목이 원천 미노출되며, 관리자 창에서만 전담 제어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openpyxl 고속 서버 엑셀 엔진 동기화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엑셀 Sheet 2에 [총 특근일수], [보너스 부여 (건)] 반영 및 클라이언트 SheetJS와 100% 동일 포맷 유지</a:t>
            </a:r>
          </a:p>
        </p:txBody>
      </p:sp>
      <p:pic>
        <p:nvPicPr>
          <p:cNvPr id="5" name="Picture 4" descr="mockup_exce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특근 확정 · 검토 종합 관리 및 개별 제어 (v1.47 최신)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승인/확정/검토 독립 제어 및 수정 모달 종합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테이블/캘린더 원클릭 버튼 세트, 수정 모달 3대 상태 토글 및 일괄 처리 강력 지원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원클릭 승인/확정/검토 개별 제어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 테이블 및 캘린더 작업자 패널에 각 단계별 원클릭 버튼 세트 완비</a:t>
            </a:r>
            <a:br/>
            <a:r>
              <a:t>• 승인: [✓ 승인] ↔ [✕ 취소] 자유 전환</a:t>
            </a:r>
            <a:br/>
            <a:r>
              <a:t>• 확정: [🎯 확정] ↔ [✕ 확정취소] 독립 제어</a:t>
            </a:r>
            <a:br/>
            <a:r>
              <a:t>• 검토: [🟣 검토완료] ↔ [✕ 검토취소] 최종 마감</a:t>
            </a:r>
            <a:br/>
            <a:r>
              <a:t>• 상태별 배지(승인, 확정, 검토)가 한눈에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관리자 특근 수정 모달 상태 직접 설정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테이블에서 [수정] 버튼 클릭 시 나타나는 [관리자 특근 수정 모달]에 '진행 상태 관리' 신설</a:t>
            </a:r>
            <a:br/>
            <a:r>
              <a:t>• 1) 관리자 승인 (⏳ 대기 ↔ ✅ 승인)</a:t>
            </a:r>
            <a:br/>
            <a:r>
              <a:t>• 2) 특근완료 확정 (⚪ 미확정 ↔ 🎯 확정)</a:t>
            </a:r>
            <a:br/>
            <a:r>
              <a:t>• 3) 관리자 최종 검토 (⚪ 미검토 ↔ 🟣 검토)</a:t>
            </a:r>
            <a:br/>
            <a:r>
              <a:t>• 관리자가 세 플래그를 자유롭게 지정하여 안전 저장 가능!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상단 [일괄 확정] &amp; [일괄 검토완료]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 테이블 목록에서 체크박스로 여러 특근 건을 복수 선택합니다.</a:t>
            </a:r>
            <a:br/>
            <a:r>
              <a:t>• 상단의 [🎯 일괄 확정] 또는 [🟣 일괄 검토완료] 버튼을 눌러 대량의 특근을 한 번에 처리!</a:t>
            </a:r>
            <a:br/>
            <a:r>
              <a:t>• 일괄 확정 및 일괄 검토완료 시 진행 카운트 및 감사 로그(Audit Log)가 자동 기록됩니다.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특근정보 엑셀 내보내기 4단계 구분 집계 (v1.47)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엑셀 보고서 4단계(신청·승인·확정·검토) 일수 완벽 분리 집계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신청, 승인, 확정, 검토완료 4단계에 따라 최종특근일을 명확히 구분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Sheet 1 [휴일일자별_특근현황]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4단계 진행상태 열(신청:호박, 승인:청색, 확정:초록, 검토완료:보라) 컬러 스타일 적용</a:t>
            </a:r>
            <a:br/>
            <a:r>
              <a:t>• 승인자, 확정자, 검토완료자 일시 정보가 정확하게 기록됩니다.</a:t>
            </a:r>
            <a:br/>
            <a:r>
              <a:t>• 특정 일자에 누가 확정하고 검토했는지 한눈에 추적 가능합니다.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Sheet 2 [개인별_휴일합산_정산표]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[신청/승인/확정/검토완료] 4개 단계별 '최종 실특근일+보너스 [일]'이 각각 별도 계산!</a:t>
            </a:r>
            <a:br/>
            <a:r>
              <a:t>• 신청단계 헤더를 짙은 호박색(Amber)으로 변경하여 글자 시인성을 극대화(고대비 보장)!</a:t>
            </a:r>
            <a:br/>
            <a:r>
              <a:t>• 각 단계별 합계(SUM 수식)가 하단에 자동 계산되어 원하는 단계의 실특근일만 즉시 확인 가능합니다.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Sheet 4 [부서별_요약] 및 정산표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부서별 요약 시트에도 4단계별 최종 실특근일+보너스 합계가 자동 집계됩니다.</a:t>
            </a:r>
            <a:br/>
            <a:r>
              <a:t>• 관리자 정산표 모달 및 정산 엑셀 파일에도 동일한 4단계 분리 및 고대비 서식이 완벽 적용됩니다.</a:t>
            </a:r>
            <a:br/>
            <a:r>
              <a:t>• 정산의 신뢰성과 데이터 정밀도가 비약적으로 향상되었습니다.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사원 무기명 건의사항 소통함 운영 &amp; 답변 (v1.47)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 무기명 건의사항 소통함 운영 및 공식 피드백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100% 무기명으로 접수된 사원 건의사항을 검토하고 조치 상태와 공식 답변을 피드백합니다.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무기명 접수 모니터링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화면 우측 상단 [💡 건의사항 소통함]을 클릭해 사원들이 남긴 건의사항을 확인합니다.</a:t>
            </a:r>
            <a:br/>
            <a:r>
              <a:t>• 사번/성명 없는 100% 무기명 원칙으로 사원들이 진솔한 의견을 개진할 수 있습니다.</a:t>
            </a:r>
            <a:br/>
            <a:r>
              <a:t>• 분류(시스템개선, 버그신고, 근무환경 등)별로 정리되어 현안 파악이 용이합니다.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조치 상태 변경 &amp; 공식 답변 등록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 로그인 상태에서는 각 건의 카드 하단에 [답변 작성] 버튼이 활성화됩니다.</a:t>
            </a:r>
            <a:br/>
            <a:r>
              <a:t>• 조치 상태(접수완료, 검토중, 처리완료, 보류)를 선택하고 공식 답변 내용을 입력 후 등록합니다.</a:t>
            </a:r>
            <a:br/>
            <a:r>
              <a:t>• 등록된 답변은 즉시 사원들에게 공유되어 조직 소통 만족도를 극대화합니다.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건전한 게시판 유지 관리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중복 등록되거나 부적절한 게시글은 관리자 전용 [삭제] 버튼으로 안전하게 정비 가능합니다.</a:t>
            </a:r>
            <a:br/>
            <a:r>
              <a:t>• 사원들의 건의를 바탕으로 시스템 기능 개선 로드맵을 수립할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10  |  관리자 전용 웹 데이터 스냅샷 백업 &amp; 복원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💾 웹 저장(스냅샷 백업) 및 📂 웹 열기(원클릭 복원)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화면에서는 숨겨져 관리자만 전담 제어하며, 전체 DB를 안전한 JSON 스냅샷으로 영구 보존합니다.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💾 신규 웹 스냅샷 저장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전체 팀원 명부, 소속팀 목록, 특근 신청 및 이력 데이터를 안전한 JSON 파일로 서버에 즉시 보관합니다.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📂 저장된 스냅샷 원클릭 복원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저장된 백업 목록에서 원하는 시점의 [열기] 버튼을 누르면 해당 시점의 데이터로 1초 만에 안전 복원됩니다.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자동 안전 보조백업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복원 실행 시 현재 데이터가 사라지지 않도록 직전 상태의 보조 백업을 자동 생성하여 무소실을 보장합니다.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11  |  슈퍼관리자 전용 시스템 보안 및 접속 감사 로그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🛡️ 시스템 보안 및 사용자 접속 감사 로그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로그인 시도(성공/실패), 신규 사원 등록, IP 주소 및 기기(User-Agent) 이력을 실시간 감사·추적합니다.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접속/보안 감사 추적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로그인 시도 성공/실패, 미등록 사번 접근 시도, 신규 사원 등록, 로그아웃 이력이 초단위로 영구 기록됩니다.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다차원 필터링 &amp; 판독 용이성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기간(시작~종료), 액션 구분(LOGIN/REGISTER/LOGOUT), 상태(성공/실패), 사번/성명/IP 검색으로 비정상 접속을 1초 만에 식별합니다.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서식화된 엑셀(.xlsx) 내보내기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openpyxl 기반 컬러 배지(성공: 연녹색, 실패: 연빨강)가 적용된 감사 보고서 엑셀 파일을 원클릭으로 즉시 다운로드합니다.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12  |  스마트폰 모바일 및 외부망 접속 관리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접속 QR 배포 &amp; 외부망 원격 터널링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 인원들이 외부망(LTE/5G/자택)에서도 원활히 접속할 수 있도록 QR과 URL을 관리합니다.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외부망 기본 접속 QR 배포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띄워 직원들이 스마트폰(LTE/5G)으로 외부망에 즉시 접속할 수 있는 기본 QR 코드를 공유합니다.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 도메인 변경 시 원클릭 갱신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등 외부 접속 도메인이나 전용 주소가 변경될 경우 팝업에서 새 주소를 입력하고 [QR 갱신]을 눌러 즉시 반영합니다.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24시간 안전 보안 터널 구동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Tunnel(start_external_access.bat)을 통해 포트포워딩 없이도 외부 접속이 전송 구간 암호화(HTTPS)로 안전 유지됩니다.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관리자 전용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관리자 운영 꿀팁 총정리 (v1.47)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관리자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081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Q1. 팀관리자가 총괄관리자의 특근 일정을 볼 수 있나요?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아닙니다. 팀관리자는 총괄관리자의 특근 일정을 일체 열람할 수 없도록 철저히 차단 격리되어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4825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Q2. 팀원 대리 신청 시 비밀 보너스는 사원에게 노출되나요?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사원 화면 및 API 응답에서는 0으로 마스킹되어 사원은 전혀 모르며, 오직 관리자와 엑셀 원장에만 기재됩니다.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8833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Q3. 팀관리자와 총괄관리자의 권한 차이는 어떻게 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팀관리자는 본인 팀원의 승인/수정만 가능하며, 팀원 소속팀 변경, 슈퍼관리자 승격/하야 지정은 오직 총괄관리자만 가능합니다.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2841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Q4. 승인 완료된 특근을 사원이 임의로 수정하거나 삭제할 수 있나요?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아닙니다. v1.42부터 승인된 특근은 일반 사원의 수정/삭제가 원천 차단되며, 오직 관리자 모드에서 관리자만 수정 또는 삭제할 수 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6849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Q5. 서버가 재부팅되어도 인원과 특근 데이터가 영구 보존되나요?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네! Turso 클라우드 영구 DB 연동으로 모든 데이터가 안전 보존되며, v1.47의 안전 스마트 폴백과 스레드 보호로 특근 신청과 데이터 무결성을 완벽하게 보장합니다.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085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Q6. 특근 승인과 확정은 어떻게 운영되나요?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v1.47부터 특근 승인과 확정은 완전히 독립 분리되었습니다. 관리자 사전 승인이 없어도 사원이 특근 완료 후 즉시 [특근완료 확정]을 할 수 있으며, 관리자는 테이블/캘린더/수정모달에서 승인, 확정, 검토완료를 각각 개별 제어 및 취소할 수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21207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4865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Q7. 엑셀 내보내기에서 4단계 특근일수는 어떻게 구분되어 나오나요?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Sheet 1에는 4단계 진행상태와 승인/확정/검토자가 명시되며, Sheet 2 개인별 정산표 및 Sheet 4 부서별 요약에 신청·승인·확정·검토완료 일수가 각각 독립 열로 자동 집계됩니다.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5215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8873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Q8. 무기명 건의사항 소통함에서 관리자는 어떤 관리를 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사원들이 무기명으로 접수한 모든 건의사항에 대해 조치 상태(접수완료/검토중/처리완료/보류)를 갱신하고 공식 답변을 등록하거나 부적절한 게시물을 삭제 관리합니다.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