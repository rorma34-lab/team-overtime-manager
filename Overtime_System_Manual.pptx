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v1.38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(v1.38)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Turso 클라우드 초고속 가속화 엔진, 실시간 진행 피드백, 보안 감사 로그, 캘린더 색상 범례, 비밀 보너스, 권한 격리 및 실특근 엑셀 원장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v1.38 (2026-09-17)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명확한 실특근 산정 공식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실특근 인정일 = 일반휴일 근무일 - 대체휴일 사용일 (대체근무/법정휴일은 산정에서 자동 분리)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부서별 실특근 요약 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소속 부서별 총 근무일, 제외 일수, 대체휴일 사용일 및 최종 실특근일을 대형 통계 카드로 제공합니다.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명세 테이블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4대 휴일 지표와 최종 실특근 일수를 정렬 가능한 테이블로 한눈에 검토합니다.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[📥 정산표 엑셀 내보내기] 버튼으로 월말 보고용 정산 파일을 즉시 다운로드합니다.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[보너스 부여] 기재 및 3대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고품질 엑셀 추출과 보너스 부여 명시를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엑셀 파일 내 [보너스 부여] 열 기재 (요구사항 4)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휴일일자별 특근현황 및 특근신청 원장 시트에 [보너스 부여] 열이 추가되어 부여(O)/미부여(-) 상태가 명시됩니다.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날짜순 오름차순 전개 &amp; 순수 숫자 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모든 일자가 하루단위로 펼쳐지며, 일수 셀이 순수 숫자(int/float)로 저장되어 수식 오류가 전혀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휴일합산 정산표 제공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두 번째 시트에 인원별 4대 휴일수 및 최종 실특근일이 완벽히 합산 정산됩니다.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수천 건의 특근 데이터도 엑셀 수식과 서식을 온전히 유지하며 실시간 스트리밍으로 다운로드합니다.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(v1.38)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 및 관리자 권한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시스템 접속 및 보안 감사 로그는 누가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오직 총괄 슈퍼관리자만 열람할 수 있으며, 로그인 시도(성공/실패), 신규 등록, 접속 IP/기기 정보를 실시간 추적하고 엑셀로 추출합니다.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v1.38부터 HTTP Keep-Alive 영구 세션 풀링 및 스마트 인메모리 캐시를 탑재하여 로컬 수준의 초고속 반응 속도를 완벽 보장합니다.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