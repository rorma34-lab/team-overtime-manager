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v1.41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(v1.41)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3단계 권한 관리, 원클릭 사전차감 토글, 대체휴무 체계 개편, 신청자 통계 팝업 및 정산표 엑셀까지 완벽 지원하는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v1.41 (2026-09-18)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명확한 실특근 산정 공식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실특근 인정일 = 일반휴일 근무일 - 대체휴일 사용일 (대체근무/법정휴일은 산정에서 자동 분리)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부서별 실특근 요약 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소속 부서별 총 근무일, 제외 일수, 대체휴일 사용일 및 최종 실특근일을 대형 통계 카드로 제공합니다.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명세 테이블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4대 휴일 지표와 최종 실특근 일수를 정렬 가능한 테이블로 한눈에 검토합니다.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[📥 정산표 엑셀 내보내기] 버튼으로 월말 보고용 정산 파일을 즉시 다운로드합니다.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(v1.40)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v1.40부터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v1.40의 안전 스마트 폴백과 스레드 보호로 특근 신청과 데이터 무결성을 완벽하게 보장합니다.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