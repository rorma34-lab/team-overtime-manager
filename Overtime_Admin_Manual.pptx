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v1.44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(v1.44)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특근 4단계 라이프사이클(신청·승인·확정·검토), 엑셀 단계별 일수 구분 집계, 100% 무기명 소통함 운영까지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v1.44 (2026-09-21)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최신 실특근 산정 공식 (v1.44)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4단계 검증 체계 및 [검토완료] 마감 (v1.44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4단계 검증 체계 및 관리자 [검토완료] 최종 마감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사원의 확정 피드백 검증, [검토완료] 원클릭 마감 및 상단 [일괄 확정/검토] 강력 지원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4단계 라이프사이클 통제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1단계(신청:회색), 2단계(승인:청색), 3단계(확정:주황), 4단계(검토완료:보라) 컬러 배지로 상태 직관 파악</a:t>
            </a:r>
            <a:br/>
            <a:r>
              <a:t>• 테이블 검색 필터에서 4단계를 각각 선택하여 대기/완료 현황을 1초 만에 필터링 조회합니다.</a:t>
            </a:r>
            <a:br/>
            <a:r>
              <a:t>• 미니 통계 칩에 신청, 승인, 확정, 검토완료 수량이 실시간 집계됩니다.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건별 [🎯 확정] 및 [🟣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관리자가 사원을 대신해 직접 [🎯 확정] 버튼을 눌러 피드백을 처리할 수 있습니다.</a:t>
            </a:r>
            <a:br/>
            <a:r>
              <a:t>• 사원 또는 관리자가 확정한 건에 대해 [🟣 검토완료] 버튼을 클릭해 최종 검토 마감 처리합니다.</a:t>
            </a:r>
            <a:br/>
            <a:r>
              <a:t>• 검토완료 시 검토자 성명과 일시(예: 홍길동(09-21 14:00))가 안전 기록됩니다.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상단 [일괄 확정] &amp; [일괄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목록에서 체크박스로 여러 특근 건을 복수 선택합니다.</a:t>
            </a:r>
            <a:br/>
            <a:r>
              <a:t>• 상단의 [🎯 일괄 확정] 또는 [🟣 일괄 검토완료] 버튼을 눌러 대량의 특근을 한 번에 마감!</a:t>
            </a:r>
            <a:br/>
            <a:r>
              <a:t>• 월말 및 분기별 대규모 정산 시 소요 시간을 90% 이상 단축합니다.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특근정보 엑셀 내보내기 4단계 구분 집계 (v1.44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보고서 4단계(신청·승인·확정·검토) 일수 완벽 분리 집계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신청, 승인, 확정, 검토완료 4단계에 따라 최종특근일을 명확히 구분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Sheet 1 [휴일일자별_특근현황]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4단계 진행상태 열(신청:회색, 승인:청색, 확정:주황, 검토완료:보라) 컬러 스타일 적용</a:t>
            </a:r>
            <a:br/>
            <a:r>
              <a:t>• 승인자, 확정자, 검토완료자 일시 정보가 정확하게 기록됩니다.</a:t>
            </a:r>
            <a:br/>
            <a:r>
              <a:t>• 특정 일자에 누가 확정하고 검토했는지 한눈에 추적 가능합니다.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Sheet 2 [개인별_휴일합산_정산표]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'신청단계 (일)', '승인단계 (일)', '확정단계 (일)', '검토완료 (일)' 4개 열로 완전 분리 집계!</a:t>
            </a:r>
            <a:br/>
            <a:r>
              <a:t>• 각 단계별 일수 합계(SUM 수식)가 하단에 자동 계산됩니다.</a:t>
            </a:r>
            <a:br/>
            <a:r>
              <a:t>• 확정 및 검토완료된 일수만 신속하게 발췌하여 급여에 반영할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Sheet 4 [부서별_요약] 및 정산표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부서별 요약 시트에도 4단계별 총 일수가 자동 집계되어 부서 간 진행 상황을 비교합니다.</a:t>
            </a:r>
            <a:br/>
            <a:r>
              <a:t>• 관리자 정산표 모달 및 정산 엑셀 파일에도 동일한 4단계 분리 컬럼이 지원됩니다.</a:t>
            </a:r>
            <a:br/>
            <a:r>
              <a:t>• 정산의 신뢰성과 데이터 정밀도가 비약적으로 향상되었습니다.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사원 무기명 건의사항 소통함 운영 &amp; 답변 (v1.44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무기명 건의사항 소통함 운영 및 공식 피드백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100% 무기명으로 접수된 사원 건의사항을 검토하고 조치 상태와 공식 답변을 피드백합니다.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무기명 접수 모니터링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 [💡 건의사항 소통함]을 클릭해 사원들이 남긴 건의사항을 확인합니다.</a:t>
            </a:r>
            <a:br/>
            <a:r>
              <a:t>• 사번/성명 없는 100% 무기명 원칙으로 사원들이 진솔한 의견을 개진할 수 있습니다.</a:t>
            </a:r>
            <a:br/>
            <a:r>
              <a:t>• 분류(시스템개선, 버그신고, 근무환경 등)별로 정리되어 현안 파악이 용이합니다.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조치 상태 변경 &amp; 공식 답변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로그인 상태에서는 각 건의 카드 하단에 [답변 작성] 버튼이 활성화됩니다.</a:t>
            </a:r>
            <a:br/>
            <a:r>
              <a:t>• 조치 상태(접수완료, 검토중, 처리완료, 보류)를 선택하고 공식 답변 내용을 입력 후 등록합니다.</a:t>
            </a:r>
            <a:br/>
            <a:r>
              <a:t>• 등록된 답변은 즉시 사원들에게 공유되어 조직 소통 만족도를 극대화합니다.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건전한 게시판 유지 관리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중복 등록되거나 부적절한 게시글은 관리자 전용 [삭제] 버튼으로 안전하게 정비 가능합니다.</a:t>
            </a:r>
            <a:br/>
            <a:r>
              <a:t>• 사원들의 건의를 바탕으로 시스템 기능 개선 로드맵을 수립할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슈퍼관리자 전용 시스템 보안 및 접속 감사 로그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외부망 기본 접속 QR 배포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직원들이 스마트폰(LTE/5G)으로 외부망에 즉시 접속할 수 있는 기본 QR 코드를 공유합니다.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 도메인 변경 시 원클릭 갱신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도메인이나 전용 주소가 변경될 경우 팝업에서 새 주소를 입력하고 [QR 갱신]을 눌러 즉시 반영합니다.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24시간 안전 보안 터널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Tunnel(start_external_access.bat)을 통해 포트포워딩 없이도 외부 접속이 전송 구간 암호화(HTTPS)로 안전 유지됩니다.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(v1.44)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v1.44의 안전 스마트 폴백과 스레드 보호로 특근 신청과 데이터 무결성을 완벽하게 보장합니다.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특근 4단계 라이프사이클에서 관리자의 [검토완료]는 어떤 의미인가요?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및 관리자가 실제 특근 완료를 [확정]한 후, 관리자가 급여/노무 정산 직전 최종 검토하여 마감 처리했음을 공인하는 최종 단계입니다.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엑셀 내보내기에서 4단계 특근일수는 어떻게 구분되어 나오나요?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Sheet 1에는 4단계 진행상태와 승인/확정/검토자가 명시되며, Sheet 2 개인별 정산표 및 Sheet 4 부서별 요약에 신청·승인·확정·검토완료 일수가 각각 독립 열로 자동 집계됩니다.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무기명 건의사항 소통함에서 관리자는 어떤 관리를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사원들이 무기명으로 접수한 모든 건의사항에 대해 조치 상태(접수완료/검토중/처리완료/보류)를 갱신하고 공식 답변을 등록하거나 부적절한 게시물을 삭제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