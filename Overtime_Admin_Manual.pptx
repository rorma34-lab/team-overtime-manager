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v1.42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(v1.42)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3단계 권한 관리, 원클릭 사전차감 토글, 대체휴무 체계 개편, 신청자 통계 팝업 및 정산표 엑셀까지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v1.42 (2026-09-18)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최신 실특근 산정 공식 (v1.42)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최종 실특근일 = 일반특근 - 사전차감 - (대체휴무 - 대체휴무시 작성한 출장기간 이내의 사전차감)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사전차감 잔여수 분리 산출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사전차감 잔여수 = 총 사전차감수 - (대체휴무 시 설정된 출장기간 내 사전차감 수)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엑셀 헤더에 산출 수식 및 취합 기간/일시 자동 명기, [📥 정산표 엑셀] 즉시 다운로드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[보너스 부여] 기재 및 3대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고품질 엑셀 추출과 보너스 부여 명시를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엑셀 파일 내 [보너스 부여] 열 기재 (요구사항 4)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휴일일자별 특근현황 및 특근신청 원장 시트에 [보너스 부여] 열이 추가되어 부여(O)/미부여(-) 상태가 명시됩니다.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날짜순 오름차순 전개 &amp; 순수 숫자 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모든 일자가 하루단위로 펼쳐지며, 일수 셀이 순수 숫자(int/float)로 저장되어 수식 오류가 전혀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휴일합산 정산표 제공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두 번째 시트에 인원별 4대 휴일수 및 최종 실특근일이 완벽히 합산 정산됩니다.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수천 건의 특근 데이터도 엑셀 수식과 서식을 온전히 유지하며 실시간 스트리밍으로 다운로드합니다.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(v1.42)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v1.42의 안전 스마트 폴백과 스레드 보호로 특근 신청과 데이터 무결성을 완벽하게 보장합니다.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