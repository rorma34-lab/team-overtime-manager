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v1.37  |  관리자 및 운영자 전용 가이드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관리자 모드 운영 매뉴얼 (v1.37)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Turso 클라우드 영구 DB 연동, 보안 감사 로그, 캘린더 색상 범례, 비밀 보너스, 권한 격리 및 실특근 엑셀 원장 관리자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v1.37 (2026-09-17)  |  총괄 슈퍼관리자 및 부서 팀관리자 전용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관리자 등급 체계 및 보안 격리 원칙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총괄관리자 vs 팀관리자 2등급제 &amp; 일정 완전 격리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철저한 권한 분리로 팀관리자는 본인 부서만 통제하며, 총괄관리자 일정은 완벽히 격리 차단됩니다.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총괄 슈퍼관리자 권한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 부서의 특근 승인, 소속팀 등록/삭제, 팀관리자 권한 토글 및 전사 정산 통계를 총괄 제어합니다.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팀관리자 전담 관리 &amp; 격리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본인 소속팀의 특근만 승인/관리하며, 총괄관리자의 특근 일정은 목록·달력·정산에서 일체 노출되지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동시 접속 실시간 동기화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여러 관리자가 동시에 접속해 승인/신청할 경우 상단 [🔄 새로고침] 버튼을 눌러 즉시 최신 상태로 동기화합니다.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월간 캘린더 및 일괄 승인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색상 범례 확인, 일자별 작업자 패널 및 원클릭 일괄 승인을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보너스(🎁) 식별 &amp; 전원 노출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보너스 부여 인원은 이름 앞 🎁 아이콘 및 보라색 강조 테두리, 일자 헤더에 🎁N명 뱃지가 표시되며, +N명 축약 없이 전원 노출됩니다.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인원수에 맞춘 달력 칸 자동 확장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인원이 많아지면 달력 셀 높이가 자동으로 늘어나 글자 찌그러짐과 잘림 현상이 완전히 해소되었습니다.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캘린더 색상 범례 바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캘린더 하단에 일반휴일, 대체근무, 법정휴일, 대체휴일 사용, 🎁 보너스를 구분하는 색상 범례 바가 상시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날짜별 상세 패널 &amp; 당일 전원 일괄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달력 일자 클릭 시 하단에 작업자 상세 목록이 펼쳐지며, [당일 전원 일괄 확인]으로 원클릭 일괄 승인합니다.</a:t>
            </a:r>
          </a:p>
        </p:txBody>
      </p:sp>
      <p:pic>
        <p:nvPicPr>
          <p:cNvPr id="5" name="Picture 4" descr="mockup_admin_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팀원 특근 대리 신청 및 비밀 보너스 부여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➕ 팀원 대리 신청 &amp; 🎁 비밀 보너스 (보안 원칙)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관리자가 팀원을 지정해 특근을 대리 등록하며, 부여된 보너스는 사원은 전혀 모르게 안전 은닉됩니다.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팀원 선택 및 기본 가이드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총괄관리자는 전 사원, 팀관리자는 본인 팀원을 선택할 수 있으며, 토요일 날짜 및 프로젝트/장소/사유 예시 가이드가 제공됩니다.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🎁 비밀 보너스 부여 원칙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체크 시 보너스가 부여되지만, 사원 화면 및 사용자 API에서는 무조건 0으로 마스킹되어 사원은 부여 사실을 전혀 모릅니다.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대리신청 규정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관리자 화면 &amp; 엑셀 명시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관리자 테이블 및 다운로드 엑셀 파일(Sheet 1, 3)에는 '보너스 부여: 부여(O)/미부여(-)' 항목이 정확히 기재됩니다.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팀원 명부 및 소속팀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팀원 정보 수정, 팀관리자 권한 토글 및 소속팀 관리를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팀원 정보 원클릭 수정 (요구사항 1)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팀원의 성명, 직급, 소속팀을 모달창에서 손쉽게 수정하고 즉시 시스템에 동기화합니다.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팀관리자는 본인 소속팀만 전담 제어 (요구사항 2)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팀관리자는 본인 팀원만 수정/삭제/승인할 수 있고, 타 팀원의 정보나 총괄관리자 정보는 변경할 수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소속팀 등록 및 미사용 팀 정리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총괄관리자 전용 소속팀 관리 팝업을 통해 신규 팀을 등록하거나 미사용 팀을 안전하게 정리합니다.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엑셀 일괄 등록 및 내보내기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팀원 명부를 엑셀 양식으로 대량 등록하거나 최신 명부를 엑셀 파일로 다운로드합니다.</a:t>
            </a:r>
          </a:p>
        </p:txBody>
      </p:sp>
      <p:pic>
        <p:nvPicPr>
          <p:cNvPr id="5" name="Picture 4" descr="mockup_user_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[관리자 모드] 실특근 자동 산정 및 정산표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대체휴일 사용분을 자동 차감하여 정확한 최종 실특근일을 산출합니다.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명확한 실특근 산정 공식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★ 실특근 인정일 = 일반휴일 근무일 - 대체휴일 사용일 (대체근무/법정휴일은 산정에서 자동 분리)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부서별 실특근 요약 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소속 부서별 총 근무일, 제외 일수, 대체휴일 사용일 및 최종 실특근일을 대형 통계 카드로 제공합니다.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정산 명세 테이블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사원별 4대 휴일 지표와 최종 실특근 일수를 정렬 가능한 테이블로 한눈에 검토합니다.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정산표 엑셀 원클릭 추출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[📥 정산표 엑셀 내보내기] 버튼으로 월말 보고용 정산 파일을 즉시 다운로드합니다.</a:t>
            </a:r>
          </a:p>
        </p:txBody>
      </p:sp>
      <p:pic>
        <p:nvPicPr>
          <p:cNvPr id="5" name="Picture 4" descr="mockup_sett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엑셀 [보너스 부여] 기재 및 3대 양식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고품질 엑셀 추출과 보너스 부여 명시를 완벽히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엑셀 파일 내 [보너스 부여] 열 기재 (요구사항 4)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휴일일자별 특근현황 및 특근신청 원장 시트에 [보너스 부여] 열이 추가되어 부여(O)/미부여(-) 상태가 명시됩니다.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날짜순 오름차순 전개 &amp; 순수 숫자 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모든 일자가 하루단위로 펼쳐지며, 일수 셀이 순수 숫자(int/float)로 저장되어 수식 오류가 전혀 없습니다.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개인별 휴일합산 정산표 제공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두 번째 시트에 인원별 4대 휴일수 및 최종 실특근일이 완벽히 합산 정산됩니다.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openpyxl 고속 서버 엑셀 엔진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수천 건의 특근 데이터도 엑셀 수식과 서식을 온전히 유지하며 실시간 스트리밍으로 다운로드합니다.</a:t>
            </a:r>
          </a:p>
        </p:txBody>
      </p:sp>
      <p:pic>
        <p:nvPicPr>
          <p:cNvPr id="5" name="Picture 4" descr="mockup_exce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관리자 전용 웹 데이터 스냅샷 백업 &amp; 복원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💾 웹 저장(스냅샷 백업) 및 📂 웹 열기(원클릭 복원)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화면에서는 숨겨져 관리자만 전담 제어하며, 전체 DB를 안전한 JSON 스냅샷으로 영구 보존합니다.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💾 신규 웹 스냅샷 저장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전체 팀원 명부, 소속팀 목록, 특근 신청 및 이력 데이터를 안전한 JSON 파일로 서버에 즉시 보관합니다.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📂 저장된 스냅샷 원클릭 복원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저장된 백업 목록에서 원하는 시점의 [열기] 버튼을 누르면 해당 시점의 데이터로 1초 만에 안전 복원됩니다.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백업 관리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자동 안전 보조백업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복원 실행 시 현재 데이터가 사라지지 않도록 직전 상태의 보조 백업을 자동 생성하여 무소실을 보장합니다.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슈퍼관리자 전용 시스템 보안 및 접속 감사 로그 (v1.36 신규)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🛡️ 시스템 보안 및 사용자 접속 감사 로그 관리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사원 로그인 시도(성공/실패), 신규 사원 등록, IP 주소 및 기기(User-Agent) 이력을 실시간 감사·추적합니다.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실시간 접속/보안 감사 추적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로그인 시도 성공/실패, 미등록 사번 접근 시도, 신규 사원 등록, 로그아웃 이력이 초단위로 영구 기록됩니다.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다차원 필터링 &amp; 판독 용이성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기간(시작~종료), 액션 구분(LOGIN/REGISTER/LOGOUT), 상태(성공/실패), 사번/성명/IP 검색으로 비정상 접속을 1초 만에 식별합니다.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보안 체계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서식화된 엑셀(.xlsx) 내보내기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openpyxl 기반 컬러 배지(성공: 연녹색, 실패: 연빨강)가 적용된 감사 보고서 엑셀 파일을 원클릭으로 즉시 다운로드합니다.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관리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접속 QR 배포 &amp; 외부망 원격 터널링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 인원들이 외부망(LTE/5G/자택)에서도 원활히 접속할 수 있도록 QR과 URL을 관리합니다.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사내 모바일 접속 QR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띄워 회의실이나 현장에서 직원들이 스마트폰으로 바로 접속할 수 있게 안내합니다.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전용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Cloudflare 등 외부 접속 주소가 변경될 경우 팝업에서 즉시 새 주소를 입력하여 전용 QR 코드를 생성합니다.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운영 안내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상시 백그라운드 구동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서버 프로세스가 백그라운드에서 상시 유지되어 언제 어디서나 접속 및 데이터 동기화가 유지됩니다.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관리자 전용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관리자 운영 꿀팁 총정리 (v1.37)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관리자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팀관리자가 총괄관리자의 특근 일정을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아닙니다. 팀관리자는 총괄관리자의 특근 일정을 일체 열람할 수 없도록 철저히 차단 격리되어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팀원 대리 신청 시 비밀 보너스는 사원에게 노출되나요?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사원 화면 및 API 응답에서는 0으로 마스킹되어 사원은 전혀 모르며, 오직 관리자와 엑셀 원장에만 기재됩니다.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팀관리자와 총괄관리자의 권한 차이는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팀관리자는 본인 팀원의 승인/수정만 가능하며, 팀원 소속팀 변경 및 관리자 권한 지정은 오직 총괄관리자만 가능합니다.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시스템 접속 및 보안 감사 로그는 누가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오직 총괄 슈퍼관리자만 열람할 수 있으며, 로그인 시도(성공/실패), 신규 등록, 접속 IP/기기 정보를 실시간 추적하고 엑셀로 추출합니다.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서버가 재부팅되어도 인원과 특근 데이터가 영구 보존되나요?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네! v1.37부터 Turso 무료 클라우드 DB 연동을 완비하여 Render 재부팅/재배포와 무관하게 모든 데이터가 안전하게 영구 보존됩니다.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