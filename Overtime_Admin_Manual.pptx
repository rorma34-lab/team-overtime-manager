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v1.45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(v1.45)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승인/확정/검토 독립 제어 및 수정 모달 관리, 4단계 일수 구분 집계, 100% 무기명 소통함 운영까지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v1.45 (2026-09-21)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최신 실특근 산정 공식 (v1.44)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총특근일수 = 대체근무 + 법정휴일 + 일반휴일 (대체휴무 제외 표준화)</a:t>
            </a:r>
            <a:br/>
            <a:r>
              <a:t>★ 최종 실특근일 = 일반특근 - 사전차감 - (대체휴무 - 대체휴무시 출장기간 내 사전차감)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사전차감 잔여수 &amp; 보너스 건수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★ 사전차감 잔여수 = 총 사전차감수 - 출장기간 내 사전차감수 / 사원별 [보너스 부여 (건)] 개수 독립 산출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개인별 정산 및 통계 팝업 개편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사원별 최근 3개월(7/8/9월), 1~4분기, 상/하반기, 연도별 집계와 사전차감 잔여수 독립 제공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정산표 엑셀 원클릭 추출 &amp; 수식 명시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중복 '대체휴가 사용일수' 제거, 헤더에 산출 수식 및 취합 기간/일시 자동 명기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보너스 수정 · 일괄 삭제 및 엑셀 정산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보너스 관리, 일괄 삭제 및 엑셀 정산표를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관리자 모드 [보너스 부여 여부] 수정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특근 수정 모달에서 [🎁 보너스 부여 여부] 토글 스위치를 통해 보너스 부여 상태를 직접 ON/OFF 변경 가능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관리자 테이블 [선택 일괄 삭제] 신설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테이블 목록에서 체크박스로 여러 특근 건을 선택 후 [🗑️ 선택 일괄 삭제] 클릭 시 안전 컨펌 후 일괄 삭제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사용자 / 관리자 수정 모달 완전 분리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 사원 수정 창에는 사전차감/보너스 항목이 원천 미노출되며, 관리자 창에서만 전담 제어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openpyxl 고속 서버 엑셀 엔진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엑셀 Sheet 2에 [총 특근일수], [보너스 부여 (건)] 반영 및 클라이언트 SheetJS와 100% 동일 포맷 유지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확정 · 검토 종합 관리 및 개별 제어 (v1.45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승인/확정/검토 독립 제어 및 수정 모달 종합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테이블/캘린더 원클릭 버튼 세트, 수정 모달 3대 상태 토글 및 일괄 처리 강력 지원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원클릭 승인/확정/검토 개별 제어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및 캘린더 작업자 패널에 각 단계별 원클릭 버튼 세트 완비</a:t>
            </a:r>
            <a:br/>
            <a:r>
              <a:t>• 승인: [✓ 승인] ↔ [✕ 취소] 자유 전환</a:t>
            </a:r>
            <a:br/>
            <a:r>
              <a:t>• 확정: [🎯 확정] ↔ [✕ 확정취소] 독립 제어</a:t>
            </a:r>
            <a:br/>
            <a:r>
              <a:t>• 검토: [🟣 검토완료] ↔ [✕ 검토취소] 최종 마감</a:t>
            </a:r>
            <a:br/>
            <a:r>
              <a:t>• 상태별 배지(승인, 확정, 검토)가 한눈에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관리자 특근 수정 모달 상태 직접 설정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테이블에서 [수정] 버튼 클릭 시 나타나는 [관리자 특근 수정 모달]에 '진행 상태 관리' 신설</a:t>
            </a:r>
            <a:br/>
            <a:r>
              <a:t>• 1) 관리자 승인 (⏳ 대기 ↔ ✅ 승인)</a:t>
            </a:r>
            <a:br/>
            <a:r>
              <a:t>• 2) 특근완료 확정 (⚪ 미확정 ↔ 🎯 확정)</a:t>
            </a:r>
            <a:br/>
            <a:r>
              <a:t>• 3) 관리자 최종 검토 (⚪ 미검토 ↔ 🟣 검토)</a:t>
            </a:r>
            <a:br/>
            <a:r>
              <a:t>• 관리자가 세 플래그를 자유롭게 지정하여 안전 저장 가능!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검증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상단 [일괄 확정] &amp; [일괄 검토완료]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테이블 목록에서 체크박스로 여러 특근 건을 복수 선택합니다.</a:t>
            </a:r>
            <a:br/>
            <a:r>
              <a:t>• 상단의 [🎯 일괄 확정] 또는 [🟣 일괄 검토완료] 버튼을 눌러 대량의 특근을 한 번에 처리!</a:t>
            </a:r>
            <a:br/>
            <a:r>
              <a:t>• 일괄 확정 및 일괄 검토완료 시 진행 카운트 및 감사 로그(Audit Log)가 자동 기록됩니다.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특근정보 엑셀 내보내기 4단계 구분 집계 (v1.45)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보고서 4단계(신청·승인·확정·검토) 일수 완벽 분리 집계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신청, 승인, 확정, 검토완료 4단계에 따라 최종특근일을 명확히 구분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Sheet 1 [휴일일자별_특근현황]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4단계 진행상태 열(신청:회색, 승인:청색, 확정:주황, 검토완료:보라) 컬러 스타일 적용</a:t>
            </a:r>
            <a:br/>
            <a:r>
              <a:t>• 승인자, 확정자, 검토완료자 일시 정보가 정확하게 기록됩니다.</a:t>
            </a:r>
            <a:br/>
            <a:r>
              <a:t>• 특정 일자에 누가 확정하고 검토했는지 한눈에 추적 가능합니다.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Sheet 2 [개인별_휴일합산_정산표]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'신청단계 (일)', '승인단계 (일)', '확정단계 (일)', '검토완료 (일)' 4개 열로 완전 분리 집계!</a:t>
            </a:r>
            <a:br/>
            <a:r>
              <a:t>• 각 단계별 일수 합계(SUM 수식)가 하단에 자동 계산됩니다.</a:t>
            </a:r>
            <a:br/>
            <a:r>
              <a:t>• 확정 및 검토완료된 일수만 신속하게 발췌하여 급여에 반영할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집계 규격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Sheet 4 [부서별_요약] 및 정산표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부서별 요약 시트에도 4단계별 총 일수가 자동 집계되어 부서 간 진행 상황을 비교합니다.</a:t>
            </a:r>
            <a:br/>
            <a:r>
              <a:t>• 관리자 정산표 모달 및 정산 엑셀 파일에도 동일한 4단계 분리 컬럼이 지원됩니다.</a:t>
            </a:r>
            <a:br/>
            <a:r>
              <a:t>• 정산의 신뢰성과 데이터 정밀도가 비약적으로 향상되었습니다.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사원 무기명 건의사항 소통함 운영 &amp; 답변 (v1.45)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무기명 건의사항 소통함 운영 및 공식 피드백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100% 무기명으로 접수된 사원 건의사항을 검토하고 조치 상태와 공식 답변을 피드백합니다.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무기명 접수 모니터링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 [💡 건의사항 소통함]을 클릭해 사원들이 남긴 건의사항을 확인합니다.</a:t>
            </a:r>
            <a:br/>
            <a:r>
              <a:t>• 사번/성명 없는 100% 무기명 원칙으로 사원들이 진솔한 의견을 개진할 수 있습니다.</a:t>
            </a:r>
            <a:br/>
            <a:r>
              <a:t>• 분류(시스템개선, 버그신고, 근무환경 등)별로 정리되어 현안 파악이 용이합니다.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조치 상태 변경 &amp; 공식 답변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관리자 로그인 상태에서는 각 건의 카드 하단에 [답변 작성] 버튼이 활성화됩니다.</a:t>
            </a:r>
            <a:br/>
            <a:r>
              <a:t>• 조치 상태(접수완료, 검토중, 처리완료, 보류)를 선택하고 공식 답변 내용을 입력 후 등록합니다.</a:t>
            </a:r>
            <a:br/>
            <a:r>
              <a:t>• 등록된 답변은 즉시 사원들에게 공유되어 조직 소통 만족도를 극대화합니다.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건전한 게시판 유지 관리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중복 등록되거나 부적절한 게시글은 관리자 전용 [삭제] 버튼으로 안전하게 정비 가능합니다.</a:t>
            </a:r>
            <a:br/>
            <a:r>
              <a:t>• 사원들의 건의를 바탕으로 시스템 기능 개선 로드맵을 수립할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10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11  |  슈퍼관리자 전용 시스템 보안 및 접속 감사 로그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12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외부망 기본 접속 QR 배포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직원들이 스마트폰(LTE/5G)으로 외부망에 즉시 접속할 수 있는 기본 QR 코드를 공유합니다.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 도메인 변경 시 원클릭 갱신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도메인이나 전용 주소가 변경될 경우 팝업에서 새 주소를 입력하고 [QR 갱신]을 눌러 즉시 반영합니다.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24시간 안전 보안 터널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Tunnel(start_external_access.bat)을 통해 포트포워딩 없이도 외부 접속이 전송 구간 암호화(HTTPS)로 안전 유지됩니다.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(v1.45)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v1.42부터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v1.45의 안전 스마트 폴백과 스레드 보호로 특근 신청과 데이터 무결성을 완벽하게 보장합니다.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특근 승인과 확정은 어떻게 운영되나요?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v1.45부터 특근 승인과 확정은 완전히 독립 분리되었습니다. 관리자 사전 승인이 없어도 사원이 특근 완료 후 즉시 [특근완료 확정]을 할 수 있으며, 관리자는 테이블/캘린더/수정모달에서 승인, 확정, 검토완료를 각각 개별 제어 및 취소할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엑셀 내보내기에서 4단계 특근일수는 어떻게 구분되어 나오나요?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Sheet 1에는 4단계 진행상태와 승인/확정/검토자가 명시되며, Sheet 2 개인별 정산표 및 Sheet 4 부서별 요약에 신청·승인·확정·검토완료 일수가 각각 독립 열로 자동 집계됩니다.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무기명 건의사항 소통함에서 관리자는 어떤 관리를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사원들이 무기명으로 접수한 모든 건의사항에 대해 조치 상태(접수완료/검토중/처리완료/보류)를 갱신하고 공식 답변을 등록하거나 부적절한 게시물을 삭제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