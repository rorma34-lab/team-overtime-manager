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v1.38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(v1.38)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스마트 달력 신청, 실시간 진행 스피너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v1.38 (2026-09-17)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v1.38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[v1.38]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