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v1.43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(v1.43)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신청 정보 자동완성, 사용자/관리자 수정 모달 분리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v1.43 (2026-09-18)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v1.43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[v1.43]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