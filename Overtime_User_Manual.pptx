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v1.42  |  일반 사원 전용 간편 매뉴얼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사용자 전용 기능 매뉴얼 (v1.42)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사원번호 간편 입장, 신청 정보 자동완성, 승인 특근 보안 격리 및 개인 달력 조회까지 누구나 쉽게 따라 할 수 있는 사용자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v1.42 (2026-09-18)  |  PC 모니터 &amp; 스마트폰(모바일) 완벽 지원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사원번호로 간편 입장하기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비밀번호 없이 사원번호 입력만으로 빠르고 안전하게 입장합니다.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v1.42 버전 뱃지 확인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화면 오른쪽 위에 파란색 [v1.42] 뱃지가 보이면 최신 버전입니다. 클릭 시 신규 릴리즈 이력이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사원번호 간편 입력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본인의 사원번호를 입력합니다. 복잡한 비밀번호 없이 빠르게 입장 가능합니다.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[입장하기] 버튼 클릭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등록된 사원은 이름과 소속팀이 자동 조회되어 즉시 메인 대시보드로 이동합니다.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미등록 사번 즉시 등록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처음 방문한 사번은 신규 등록창이 나타나며, 성명과 소속팀을 선택하면 즉시 등록되어 입장합니다.</a:t>
            </a:r>
          </a:p>
        </p:txBody>
      </p:sp>
      <p:pic>
        <p:nvPicPr>
          <p:cNvPr id="5" name="Picture 4" descr="mockup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스마트 달력 기반 특근 신청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일반휴일 및 이번 주 토요일이 기본 선택되어 몇 초 만에 신청이 완료됩니다.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[일반휴일] 기본 선택 &amp; 토요일 자동 세팅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주말 특근에 가장 많이 쓰이는 '일반휴일'이 디폴트로 선택되며, 시작일/종료일이 이번 주 토요일로 자동 설정됩니다.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시작일/종료일 상호 자동 동기화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시작일(또는 종료일)을 선택하면 다른 날짜도 동일하게 자동 변경되며, 이후 두 번째 날짜를 변경해 2단계로 자유롭게 범위를 설정합니다.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프로젝트번호/장소/사유 입력 가이드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프로젝트번호(예: BT2601-L1), 근무장소(예: 본사5층), 특근사유(예: 프로그램 개발) 예시 가이드가 기본 제공됩니다.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달력 인터랙티브 날짜 선택 &amp; 중복 방지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오른쪽 달력에서 날짜를 터치하여 선택할 수 있으며, 동일한 날짜에 중복 신청하는 실수를 사전에 원천 차단합니다.</a:t>
            </a:r>
          </a:p>
        </p:txBody>
      </p:sp>
      <p:pic>
        <p:nvPicPr>
          <p:cNvPr id="5" name="Picture 4" descr="mockup_a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나의 특근 신청 내역 및 다차원 검색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다양한 검색 조건과 개인 달력 뷰로 본인의 특근 일정을 편리하게 확인합니다.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실시간 검색 결과 통계 요약 바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검색 조건에 맞춰 총 건수(총 일수), 승인완료/대기 건수, 일반/법정/대체근무별 수량이 미니 통계 칩으로 실시간 집계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다차원 검색 필터 (요구사항 5)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조회기간, 특근구분, 승인상태 및 프로젝트/장소/사유 통합 키워드 검색으로 원하는 특근을 즉시 찾습니다.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목록 보기 ↔ 개인 달력 보기 전환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신청 내역을 카드 리스트 형태뿐만 아니라 개인 전용 월간 달력 형태로도 한눈에 확인할 수 있습니다.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승인 상태 및 대체휴일 명확 표시 &amp; 수정/취소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관리자 승인 시 [✓ 확인완료] 표시, 대휴 일수 안내, 일정 변경 시 [수정], 취소 시 [삭제] 및 이력이 안전 보존됩니다.</a:t>
            </a:r>
          </a:p>
        </p:txBody>
      </p:sp>
      <p:pic>
        <p:nvPicPr>
          <p:cNvPr id="5" name="Picture 4" descr="mockup_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스마트폰 모바일 및 외부망 접속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및 외부망(LTE/5G/사외) 간편 접속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PC 앞이 아니어도 스마트폰으로 특근을 신청하고 실시간 승인 현황을 확인할 수 있습니다.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모바일 접속 QR 확인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누르면 스마트폰으로 스캔할 수 있는 고해상도 QR 코드가 표시됩니다.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외부망 URL QR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사외나 자택(LTE/5G)에서 접속할 경우 외부 공개 주소를 입력하여 전용 QR 코드를 즉시 생성할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세션 유지 &amp; 홈 화면 추가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스마트폰 브라우저에서 '홈 화면에 추가'를 누르면 앱처럼 등록되며, 세션이 영구 보존되어 편리하게 이용됩니다.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사용자 자주 묻는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사용자 꿀팁 총정리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사용자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2763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Q1. 사원번호는 어떻게 입력하나요?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본인의 사원번호를 입력하면 비밀번호 없이 간편하게 입장하여 특근을 신청할 수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8775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Q2. 프로젝트번호와 사유 예시 가이드가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프로젝트번호는 'BT2601-L1', 장소는 '본사5층', 사유는 '프로그램 개발'로 기본 예시 안내가 제공됩니다.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4787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Q3. 실수로 같은 날짜에 중복 신청하면 어떻게 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시스템에서 동일 날짜 중복 신청을 사전에 감지하여 경고창과 함께 안전하게 차단합니다.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0799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Q4. 내가 신청한 특근을 달력 형태로도 볼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[📅 달력 보기] 탭을 누르면 개인 월간 달력에서 승인완료/대기 상태가 색상별로 표시됩니다.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9496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811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Q5. 스마트폰 모바일에서 신청해도 PC와 연동되나요?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모바일과 PC는 동일한 중앙 데이터베이스를 사용하므로 실시간 100% 자동 연동됩니다.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