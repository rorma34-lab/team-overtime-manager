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v1.41  |  일반 사원 전용 간편 매뉴얼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(v1.41)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사원번호 간편 입장, 신청 정보 자동완성, 승인 특근 보안 격리 및 개인 달력 조회까지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v1.41 (2026-09-18)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v1.41 버전 뱃지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화면 오른쪽 위에 파란색 [v1.41] 뱃지가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사원번호 간편 입력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본인의 사원번호를 입력합니다. 복잡한 비밀번호 없이 빠르게 입장 가능합니다.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[입장하기] 버튼 클릭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등록된 사원은 이름과 소속팀이 자동 조회되어 즉시 메인 대시보드로 이동합니다.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미등록 사번 즉시 등록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처음 방문한 사번은 신규 등록창이 나타나며, 성명과 소속팀을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시작일/종료일 상호 자동 동기화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실시간 검색 결과 통계 요약 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다차원 검색 필터 (요구사항 5)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스마트폰 모바일 및 외부망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간편 접속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모바일 접속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누르면 스마트폰으로 스캔할 수 있는 고해상도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사외나 자택(LTE/5G)에서 접속할 경우 외부 공개 주소를 입력하여 전용 QR 코드를 즉시 생성할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앱처럼 등록되며, 세션이 영구 보존되어 편리하게 이용됩니다.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사원번호는 어떻게 입력하나요?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본인의 사원번호를 입력하면 비밀번호 없이 간편하게 입장하여 특근을 신청할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프로젝트번호와 사유 예시 가이드가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프로젝트번호는 'BT2601-L1', 장소는 '본사5층', 사유는 '프로그램 개발'로 기본 예시 안내가 제공됩니다.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실수로 같은 날짜에 중복 신청하면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내가 신청한 특근을 달력 형태로도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[📅 달력 보기] 탭을 누르면 개인 월간 달력에서 승인완료/대기 상태가 색상별로 표시됩니다.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스마트폰 모바일에서 신청해도 PC와 연동되나요?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모바일과 PC는 동일한 중앙 데이터베이스를 사용하므로 실시간 100% 자동 연동됩니다.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